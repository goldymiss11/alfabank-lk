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demo_walkthrough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858000" y="1417320"/>
            <a:ext cx="4892040" cy="305775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09904" y="1847088"/>
            <a:ext cx="10972800" cy="370332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demo_walkthrough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3261664" y="1927098"/>
            <a:ext cx="5669280" cy="35433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2103120"/>
            <a:ext cx="23774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EF3124"/>
                </a:solidFill>
              </a:defRPr>
            </a:pPr>
            <a:r>
              <a:t>КЛИЕНТСКИЙ ПУТЬ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Калькулятор с сохранением драфта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Анализ выручки и Safe Cash-Flow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Матрица контр-офферов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Делегирование прав бухгалтеру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Ввод СМС-кода 1234 для подписания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52560" y="2103120"/>
            <a:ext cx="23774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1E293B"/>
                </a:solidFill>
              </a:defRPr>
            </a:pPr>
            <a:r>
              <a:t>КОНВЕЙЕР БАНКА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Живой FSM-граф состояний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Автоматическое обогащение ФНС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АРМ кредитного андеррайтера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Запрос доп. документов на лету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Моментальный перевод в FUNDED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