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hyperlink" Target="https://github.com/h1teee/alfa-credit-conveyor/raw/main/docs/video/demo_walkthrough.mp4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hyperlink" Target="https://github.com/h1teee/alfa-credit-conveyor/raw/main/docs/video/demo_walkthrough.mp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demo_walkthroug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0" y="1417320"/>
            <a:ext cx="4892040" cy="3057753"/>
          </a:xfrm>
          <a:prstGeom prst="rect">
            <a:avLst/>
          </a:prstGeom>
        </p:spPr>
      </p:pic>
      <p:sp>
        <p:nvSpPr>
          <p:cNvPr id="4" name="Rectangle 3">
            <a:hlinkClick r:id="rId6"/>
          </p:cNvPr>
          <p:cNvSpPr/>
          <p:nvPr/>
        </p:nvSpPr>
        <p:spPr>
          <a:xfrm>
            <a:off x="6858000" y="1417320"/>
            <a:ext cx="4892040" cy="30577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904" y="1847088"/>
            <a:ext cx="10972800" cy="37033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demo_walkthroug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61664" y="1927098"/>
            <a:ext cx="5669280" cy="3543300"/>
          </a:xfrm>
          <a:prstGeom prst="rect">
            <a:avLst/>
          </a:prstGeom>
        </p:spPr>
      </p:pic>
      <p:sp>
        <p:nvSpPr>
          <p:cNvPr id="5" name="Rectangle 4">
            <a:hlinkClick r:id="rId6"/>
          </p:cNvPr>
          <p:cNvSpPr/>
          <p:nvPr/>
        </p:nvSpPr>
        <p:spPr>
          <a:xfrm>
            <a:off x="3261664" y="1927098"/>
            <a:ext cx="5669280" cy="35433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3124"/>
                </a:solidFill>
              </a:defRPr>
            </a:pPr>
            <a:r>
              <a:t>КЛИЕНТСКИЙ ПУТЬ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Калькулятор с сохранением драфта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Анализ выручки и Safe Cash-Flow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Матрица контр-офферов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Делегирование прав бухгалтеру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Ввод СМС-кода 1234 для подписания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1031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293B"/>
                </a:solidFill>
              </a:defRPr>
            </a:pPr>
            <a:r>
              <a:t>КОНВЕЙЕР БАНКА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Живой FSM-граф состояний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Автоматическое обогащение ФНС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АРМ кредитного андеррайтера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Запрос доп. документов на лету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Моментальный перевод в FUNDED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